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a-I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8D9A5-2591-4715-BFDA-1BCEA8A16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F4BF38-FBB2-418F-9D16-BC88C6A1FC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B1439-EA4B-448F-81B8-0006D5E14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85518-276F-49E4-BE76-C896950F0B62}" type="datetimeFigureOut">
              <a:rPr lang="fa-IR" smtClean="0"/>
              <a:t>05/03/1448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966A6-FAA4-4B11-842C-43694396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1D5E8-8EBD-4A79-AFC0-07915BB07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0214E-B4BC-4FF6-A7E6-0597931161A8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762969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5D4C4-2ABC-49E5-A908-03E0DAC2F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94B82-C49E-4464-90AA-ADB45EC36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8E2B3-3F8F-4FB5-94CD-9A4B8B560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85518-276F-49E4-BE76-C896950F0B62}" type="datetimeFigureOut">
              <a:rPr lang="fa-IR" smtClean="0"/>
              <a:t>05/03/1448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1328D-F3F2-4C16-AFD7-1AA8558F9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CDA01-4DC2-4E9D-99A5-757773F5C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0214E-B4BC-4FF6-A7E6-0597931161A8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002726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9ACCB-0F4B-4EB6-9137-A33F3C074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8F88A-3F3D-437B-A4E2-0197CB64A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91C15-70AE-441E-BE20-28A6DE5EE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85518-276F-49E4-BE76-C896950F0B62}" type="datetimeFigureOut">
              <a:rPr lang="fa-IR" smtClean="0"/>
              <a:t>05/03/1448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263BA-135D-47F2-BBB7-D4EFC3D24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4043D-3F13-4472-9DDC-DC4FCD048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0214E-B4BC-4FF6-A7E6-0597931161A8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404846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4687A-F04F-4451-AA99-EAF0EDEE6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F182B-78D6-43BF-9026-6195C4CBC1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BDDB6F-ED52-4159-B8FE-EDB9B7BCD6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0FC31-AE43-4BD2-A576-D2E45AC9A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85518-276F-49E4-BE76-C896950F0B62}" type="datetimeFigureOut">
              <a:rPr lang="fa-IR" smtClean="0"/>
              <a:t>05/03/1448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56CBE6-A4C3-458A-AA6D-950964E39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44237-128A-4165-BE92-D3047F515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0214E-B4BC-4FF6-A7E6-0597931161A8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704286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9403B-A241-4688-BBF6-3D1980208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4D925-DEEF-4987-A8A8-1ECAC2A18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D577E-DAE1-498C-95EC-9401C387E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161514-6BC4-4AB3-BF1F-1F29E562F2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6AC189-3877-4C4A-B798-9EE9251206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7F9CE6-CC8D-4467-8E8C-34AF8CCB0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85518-276F-49E4-BE76-C896950F0B62}" type="datetimeFigureOut">
              <a:rPr lang="fa-IR" smtClean="0"/>
              <a:t>05/03/1448</a:t>
            </a:fld>
            <a:endParaRPr lang="fa-I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1E24AD-0C17-4CF4-8AE2-89A491B34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8964AD-98EB-4E98-9A87-7DA313B58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0214E-B4BC-4FF6-A7E6-0597931161A8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438845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A111F-E116-40C3-AFF7-75D0D4A10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E749CC-8D0C-4FDC-AF86-B8AC7723E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85518-276F-49E4-BE76-C896950F0B62}" type="datetimeFigureOut">
              <a:rPr lang="fa-IR" smtClean="0"/>
              <a:t>05/03/1448</a:t>
            </a:fld>
            <a:endParaRPr lang="fa-I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1F9E45-2708-406D-98AF-33CB4F7A3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9469EC-D204-4F6F-A1CE-B319EB3CF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0214E-B4BC-4FF6-A7E6-0597931161A8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941151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5AE24F-52C3-45A7-8115-910FBD07B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85518-276F-49E4-BE76-C896950F0B62}" type="datetimeFigureOut">
              <a:rPr lang="fa-IR" smtClean="0"/>
              <a:t>05/03/1448</a:t>
            </a:fld>
            <a:endParaRPr lang="fa-I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2035D-38ED-4D20-B496-A95854A5B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EF4D5-B126-43DE-9F38-7A9B298E2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0214E-B4BC-4FF6-A7E6-0597931161A8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812208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9BA54-2258-462F-9780-9BCE30875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E87A9-AFAE-4011-A730-FA8AF45FE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96145-74EB-4A72-8FCF-709203D6F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4C6F5-06AE-449E-B65F-5B7C075D4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85518-276F-49E4-BE76-C896950F0B62}" type="datetimeFigureOut">
              <a:rPr lang="fa-IR" smtClean="0"/>
              <a:t>05/03/1448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0119B-BA0E-4ABE-8424-DD16336CF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F5A4E-3EDC-4CC7-AE9A-0DED9769F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0214E-B4BC-4FF6-A7E6-0597931161A8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320855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410E8-BF63-45C6-AC11-E9F80DF65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2101E5-09B2-4850-8E1C-565BCD4CF7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EE298-C299-43C7-85B3-165A45B0B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0DEE7-1E3B-4D06-9340-0BA7281A1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85518-276F-49E4-BE76-C896950F0B62}" type="datetimeFigureOut">
              <a:rPr lang="fa-IR" smtClean="0"/>
              <a:t>05/03/1448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29B5B-44D3-4AD4-BA73-D668B1357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5B7FA-C564-425C-B131-A623BD981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0214E-B4BC-4FF6-A7E6-0597931161A8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465041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AA382-51BD-40B5-996B-606674856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CAFDD9-40B8-446E-83AA-541607906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3BD9A-AA57-41DB-BCF2-35A11D08A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85518-276F-49E4-BE76-C896950F0B62}" type="datetimeFigureOut">
              <a:rPr lang="fa-IR" smtClean="0"/>
              <a:t>05/03/1448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CC417-DB75-4541-8539-FDF85F0F7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F2C9A-D977-423E-9B2F-9FC8BB61D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0214E-B4BC-4FF6-A7E6-0597931161A8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138594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505DF2-95ED-42A1-AA23-E8FA932B7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423395-5FD7-4E29-A3A2-E5F9423C2C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0FCD8-A3C3-4ECB-B8BB-A5649A373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85518-276F-49E4-BE76-C896950F0B62}" type="datetimeFigureOut">
              <a:rPr lang="fa-IR" smtClean="0"/>
              <a:t>05/03/1448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C9817-D528-46AA-A34C-157FD8697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02BF2-CA5F-4333-90A1-E77C27B38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0214E-B4BC-4FF6-A7E6-0597931161A8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811590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1D9A2A-17B5-4613-9C0C-B8626B0DA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3CE1E-D49E-49D3-A472-BD87166F3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571FA-E18D-4AFB-B007-2C1B7F934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85518-276F-49E4-BE76-C896950F0B62}" type="datetimeFigureOut">
              <a:rPr lang="fa-IR" smtClean="0"/>
              <a:t>05/03/1448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98BF9-5CEC-4BB3-8E5F-7F4CB27F49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056C3-8AF6-4E3D-916C-AA67A5364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0214E-B4BC-4FF6-A7E6-0597931161A8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043141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a-I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B1E6D70-4F7C-4D27-A120-73FAECC722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1016" y="1137270"/>
            <a:ext cx="3360356" cy="268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936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Morteza Milani</dc:creator>
  <cp:lastModifiedBy>Morteza Milani</cp:lastModifiedBy>
  <cp:revision>1</cp:revision>
  <dcterms:created xsi:type="dcterms:W3CDTF">2026-08-18T04:59:55Z</dcterms:created>
  <dcterms:modified xsi:type="dcterms:W3CDTF">2026-08-18T05:00:15Z</dcterms:modified>
</cp:coreProperties>
</file>